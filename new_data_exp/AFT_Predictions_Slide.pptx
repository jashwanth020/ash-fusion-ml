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Ash Fusion Temperature Predictions (CLSO Reconciled)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165141"/>
              </p:ext>
            </p:extLst>
          </p:nvPr>
        </p:nvGraphicFramePr>
        <p:xfrm>
          <a:off x="457200" y="1623219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Blend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HT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FT (°C)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 coal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1168.1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1254.5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1351.2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5% 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1151.1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1239.3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1249.3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1292.7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10% 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1145.9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1218.3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1228.3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1303.2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15% 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1260.1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1270.1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1331.9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 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1117.1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1156.9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1192.3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1252.5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800" b="1"/>
            </a:pPr>
            <a:r>
              <a:t>Key Interpretations:</a:t>
            </a:r>
          </a:p>
          <a:p>
            <a:pPr>
              <a:defRPr sz="1400"/>
            </a:pPr>
            <a:r>
              <a:t>• Alkaline Fluxing Effect: Increasing the biomass proportion generally lowers the ash fusion temperatures across all stages (compare 100% coal to 100% BC). This is driven by the introduction of alkaline species (K₂O, CaO) which break down the aluminosilicate network.</a:t>
            </a:r>
          </a:p>
          <a:p>
            <a:pPr>
              <a:defRPr sz="1400"/>
            </a:pPr>
            <a:r>
              <a:t>• Physical Validity (CLSO): Raw predictions contained overlaps (ST &gt; HT). The Constrained Least Squares Optimization (CLSO) algorithm successfully forced the predictions to maintain the strict thermodynamic order (DT ≤ ST ≤ HT ≤ FT).</a:t>
            </a:r>
          </a:p>
          <a:p>
            <a:pPr>
              <a:defRPr sz="1400"/>
            </a:pPr>
            <a:r>
              <a:t>• Non-linear Blending Behavior: The 15% BC blend shows a localized peak in fusion temperatures compared to 10% BC, highlighting that complex quaternary/quinary oxide interactions can create eutectic fluctuations before dropping drastically at pure biomass.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199</Words>
  <Application>Microsoft Office PowerPoint</Application>
  <PresentationFormat>On-screen Show 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Ash Fusion Temperature Predictions (CLSO Reconciled)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Jashwanth varkala</cp:lastModifiedBy>
  <cp:revision>2</cp:revision>
  <dcterms:created xsi:type="dcterms:W3CDTF">2013-01-27T09:14:16Z</dcterms:created>
  <dcterms:modified xsi:type="dcterms:W3CDTF">2026-06-28T12:46:18Z</dcterms:modified>
  <cp:category/>
</cp:coreProperties>
</file>